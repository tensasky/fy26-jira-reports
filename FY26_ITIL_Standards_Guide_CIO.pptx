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74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FY26 ITIL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Implementation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Team Performance Indicator System Based on ITIL 4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From Operational Excellence to Strategic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132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CIO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7132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ITIL 4 Framework Overview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L1 Service Team 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03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L2 Service Team Metrics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NSO &amp; Hardware Metrics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Portfolio Management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7150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Vendor Management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4008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446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Cross-Team Collaboration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70866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7132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7132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ITIL 4 SERVICE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Our Operating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Strategic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517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Continuous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1208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Engage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9436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Stakeholder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4632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521208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Design &amp;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9436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Service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740664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77724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Obtain/Build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8503919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Resource Acquisition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7406640"/>
            <a:ext cx="65836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77724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31230"/>
                </a:solidFill>
              </a:defRPr>
            </a:pPr>
            <a:r>
              <a:t>Deliver &amp;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8503919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04040"/>
                </a:solidFill>
              </a:defRPr>
            </a:pPr>
            <a:r>
              <a:t>Service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L1 SERVICE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Incident Management Core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MTTA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6517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&lt;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22860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FCR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83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78640" y="26517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+15%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2860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2860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MTTR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83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Time to Resolve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6517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By Priority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50292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0292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303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SLA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61264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978640" y="53949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7864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 95%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03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CSAT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1264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53949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5029200"/>
            <a:ext cx="6583680" cy="25603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5029200"/>
            <a:ext cx="137160" cy="256032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303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31230"/>
                </a:solidFill>
              </a:defRPr>
            </a:pPr>
            <a:r>
              <a:t>Escalation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61264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978640" y="5394960"/>
            <a:ext cx="2011680" cy="54864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7864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Minimize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L1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Service Request Fulfillment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Request Completion Time by Type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4612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Request Backlog Volume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8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Automation Processing Rate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9204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Knowledge Base Usage (Target: 80%)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71500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Self-Service Adoption Rate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65379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4008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Cost-Benefit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L2 SERVICE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Problem Management &amp; RCA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Repeat Incident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33172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Root Cause ID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154679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Diagnosis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977639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023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Reduce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KEDB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80060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Weekly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Problem Backlog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623559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64008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6400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Preventive 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644652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Increase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L2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Knowledge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KB Quality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Peer-reviewed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L1 Citation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+30%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Update Timeliness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Freshness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Training Effectiveness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KB Portal Traffic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Active users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Solution Reuse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Avoid rework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NSO &amp;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IT Asset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Inventory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&gt; 98%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Lifecycle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Hardware Utilization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Optimize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Maintenance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Depreciation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Monthly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Inventory Turnover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NSO &amp;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Change &amp; Release Management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Change Success Rate (&gt; 95%)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4612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Emergency Change Ratio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8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Change Implementation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9204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Release Success Rate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71500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Rollback Rate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65379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4008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Change-Related Incidents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PORTFOLIO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Project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On-Time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Budget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±5%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Success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Resource Utilization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Optimize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Risk Mitigation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Stakeholder 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Measure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Service Level Management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SLA Achievement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Compliance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Breach 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Review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Regular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SIP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Track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630936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355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309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Business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766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Strategic fit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VENDOR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Supplier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QBR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&gt; 4.5/5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SLA Achievement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Onboarding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-20%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Contract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Cost Savings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Risk Rating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VENDOR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Finance &amp;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Forecast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Audit Pass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Cost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ROI Measurement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Returns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Budget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Invoice Processing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CROSS-TEAM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Knowledge Cycle &amp; Synergy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Knowledge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L2 to 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Escalation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Joint Problem 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560320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Project Success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Cross-func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Info Sharing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6583680" cy="17373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Team Satisfaction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35840" y="4480559"/>
            <a:ext cx="1828800" cy="45720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ITIL Metrics &amp; Reporting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System-wide MTTR (+15%)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4612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Automation Rate Enhancement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8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SLA Achievement Trends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9204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Customer Satisfaction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71500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Cost-Benefit Evolution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65379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4008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CI Project Completion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74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From Metrics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Our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Integrate ITIL metrics into daily operations. Monitor, improve, succeed.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0" y="7132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FY26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