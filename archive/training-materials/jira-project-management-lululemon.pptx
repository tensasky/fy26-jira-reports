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Jira 项目管理标准实施流程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Standard Implementation Process for Tech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议程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1. 为什么需要标准化项目管理流程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2. Jira 项目配置标准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3. 五大阶段详解与 Jira 操作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4. 质量门禁与交付标准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5. 常见问题与最佳实践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为什么需要标准化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Why Standardization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标准化带来的价值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提高项目可见性 - 所有进度在 Jira 中透明可追踪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统一工作语言 - 团队使用相同的流程和术语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提升交付质量 - 通过质量门禁确保每个环节达标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减少沟通成本 - 清晰的责任分工和验收标准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持续改进 - 基于数据驱动的 Sprint 回顾和优化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新人快速融入 - 标准化的 onboarding 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适用范围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所有软件研发项目必须使用此流程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项目类型: Web应用、移动应用、微服务、数据平台等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团队规模: 3人以上的研发团队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项目周期: 超过2周的研发项目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与敏捷开发结合: 支持 Scrum 和 Kanban 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Jira 项目配置标准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Jira Configuration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问题类型配置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Epic - 大功能/里程碑，包含业务目标和成功标准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Story - 用户故事，必须有验收标准和 Story Points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Task - 技术任务，预估工时不超过8小时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Bug - 缺陷管理，按严重程度定义响应时间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Sub-task - 子任务，在 Story 下分解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Spike - 技术调研，有时间盒限制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优先级与响应时间标准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级别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响应时间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修复时间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Blocker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系统崩溃，完全不可用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立即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4小时内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核心功能不可用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2小时内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24小时内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Major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主要功能异常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当天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3天内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Minor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次要问题，有workaround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3天内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下个迭代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Trivial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界面/文案问题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1周内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下个迭代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工作流状态说明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Backlog - 待规划，未进入当前迭代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To Do - 已规划，等待开发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In Progress - 开发中，对应 feature 分支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Code Review - 代码审查中，必须指定 Reviewer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Testing - QA验证中，需通过所有测试用例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Done - 已完成，可交付状态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Blocked - 被阻塞，需明确阻塞原因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五大阶段详解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Five Stages in Detail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阶段一：项目启动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创建 Epic，填写业务目标和成功标准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Epic 工作量不超过2个 Sprint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配置 Jira 项目：问题类型、工作流、字段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设置组件 (Components) 和版本 (Versions)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建立项目权限和通知方案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Epic 创建标准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必填字段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Summary: [里程碑]-[功能]-[目标]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Start/End Date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Business Value (1-5)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Risk Level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Assignee (PO/负责人)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18288" cy="47548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描述模板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## 业务目标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## 范围 (包含/不包含)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## 成功标准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## 依赖关系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阶段二：需求分析与规划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用户故事遵循 INVEST 原则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Story Points 估算：1, 2, 3, 5, 8 (大于8必须拆分)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每个 Story 必须有3个以上可测试的验收标准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Sprint 容量计算：人数 × 10天 × 6小时 × 0.8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预留20% Buffer 应对突发情况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Story 创建标准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标题格式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作为[角色]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我想要[功能]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以便[价值]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18288" cy="47548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必填字段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Summary (用户故事格式)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Description (业务上下文)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Acceptance Criteria (3+条)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Story Points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Sprint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Assignee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Story Points 参考标准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点数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工作量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2-4小时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改文字、简单配置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半天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简单API调用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标准功能开发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2-3天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涉及多个组件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新模块开发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1-2周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很复杂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必须拆分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阶段三：开发执行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分支命名: feature/PROJ-123-description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Commit 规范: PROJ-123 feat: description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Jira 状态必须与代码进度保持一致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每个 Task 预估工时 ≤ 8小时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Code Review 100% 覆盖，检查清单6项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Git 与 Jira 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创建特性分支: git checkout -b feature/PROJ-123-login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Commit Message: PROJ-123 feat: add user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在 PR 描述中关联 Jira: Closes PROJ-123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Jira 自动识别 PR 并显示开发面板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代码合并后自动更新状态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Code Review 检查清单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代码符合团队编码规范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单元测试覆盖率 ≥ 80%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没有明显的性能问题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没有安全漏洞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日志和错误处理完善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符合设计模式原则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阶段四：测试与质量控制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Bug 创建必须包含重现步骤和环境信息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Bug 严重程度决定响应和修复时间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测试用例覆盖所有 Story 的验收标准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单元测试 + 集成测试 + 自动化测试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通过所有质量门禁才能发布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Bug 创建标准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必填信息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问题描述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重现步骤 (1,2,3)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期望结果 vs 实际结果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环境信息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严重程度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18288" cy="47548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t>可选但建议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截图/录屏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日志文件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测试账号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影响范围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阶段五：发布与收尾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版本命名: v[主版本].[功能版本].[补丁版本]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编写 Release Notes：新功能、Bug修复、已知问题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发布前检查清单10项全部通过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Sprint 回顾：数据指标 + 改进计划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项目归档：文档整理、权限调整、经验总结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质量门禁与交付标准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Quality Gates &amp; Deliverables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发布前检查清单 (Definition of Done)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所有 Story 完成并通过验收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代码审查 100% 通过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单元测试通过率 100%，覆盖率 ≥ 80%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集成测试通过率 100%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严重 Bug 清零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性能测试通过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安全扫描通过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文档更新完成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产品验收通过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回滚方案就绪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交付物质量标准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质量标准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存储位置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有业务目标、成功标准、日期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Jira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规划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3+验收标准、有Points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架构、接口、DB设计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Confluence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执行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源代码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通过CR、测试≥80%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Git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测试用例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覆盖所有Story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Jira/Zephyr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发布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Release Notes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功能、Bug、已知问题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Jira版本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最佳实践与常见问题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Best Practices &amp; FAQ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关键成功因素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所有 Commit 必须包含 Jira ID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Jira 状态必须与实际进度保持一致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Story Points ≤ 8，Task ≤ 8小时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每个 Story 必须有3个以上验收标准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Bug 严重程度决定响应时间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Sprint 预留 20% Buffer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代码审查 100% 覆盖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常见问题解答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Q: Story Points 怎么估算准确？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A: 使用 Planning Poker，参考历史数据，建立团队基线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Q: Bug 太多怎么办？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A: 设定 Bug 上限，超过则停止新功能开发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Q: 任务经常延期？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A: 减小 Sprint 容量，增加 Buffer，拆分更细的 Task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Q: Jira 状态更新不及时？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A: 每日站会看板，将状态更新作为工作流的一部分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推荐工具与集成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Git Integration - 自动关联代码和 Issue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Zephyr / Xray - 测试用例管理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Confluence - 文档和知识库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Slack / Teams - 实时通知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Jenkins / GitLab CI - 自动化构建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SonarQube - 代码质量扫描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Grafana - 项目度量仪表板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Let's build great products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